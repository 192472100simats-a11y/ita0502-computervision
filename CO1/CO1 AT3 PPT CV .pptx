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77" r:id="rId4"/>
    <p:sldId id="278" r:id="rId5"/>
    <p:sldId id="258" r:id="rId6"/>
    <p:sldId id="269" r:id="rId7"/>
    <p:sldId id="268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54D6337-6D93-4EB8-AB7B-F7AD8C26F982}" v="20" dt="2026-07-16T04:13:57.24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48" autoAdjust="0"/>
    <p:restoredTop sz="94713" autoAdjust="0"/>
  </p:normalViewPr>
  <p:slideViewPr>
    <p:cSldViewPr snapToGrid="0" snapToObjects="1">
      <p:cViewPr varScale="1">
        <p:scale>
          <a:sx n="91" d="100"/>
          <a:sy n="91" d="100"/>
        </p:scale>
        <p:origin x="206" y="5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1186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asodhakrishna0915@gmail.com" userId="2ed6893a14806e94" providerId="LiveId" clId="{63216A69-3893-4781-A74C-DC283BBD64B1}"/>
    <pc:docChg chg="undo custSel addSld delSld modSld sldOrd">
      <pc:chgData name="yasodhakrishna0915@gmail.com" userId="2ed6893a14806e94" providerId="LiveId" clId="{63216A69-3893-4781-A74C-DC283BBD64B1}" dt="2026-07-16T04:31:18.430" v="840" actId="478"/>
      <pc:docMkLst>
        <pc:docMk/>
      </pc:docMkLst>
      <pc:sldChg chg="delSp modSp mod">
        <pc:chgData name="yasodhakrishna0915@gmail.com" userId="2ed6893a14806e94" providerId="LiveId" clId="{63216A69-3893-4781-A74C-DC283BBD64B1}" dt="2026-07-16T04:30:53.588" v="832" actId="478"/>
        <pc:sldMkLst>
          <pc:docMk/>
          <pc:sldMk cId="0" sldId="256"/>
        </pc:sldMkLst>
        <pc:spChg chg="mod">
          <ac:chgData name="yasodhakrishna0915@gmail.com" userId="2ed6893a14806e94" providerId="LiveId" clId="{63216A69-3893-4781-A74C-DC283BBD64B1}" dt="2026-07-16T04:12:36.318" v="804" actId="113"/>
          <ac:spMkLst>
            <pc:docMk/>
            <pc:sldMk cId="0" sldId="256"/>
            <ac:spMk id="2" creationId="{00000000-0000-0000-0000-000000000000}"/>
          </ac:spMkLst>
        </pc:spChg>
        <pc:spChg chg="mod">
          <ac:chgData name="yasodhakrishna0915@gmail.com" userId="2ed6893a14806e94" providerId="LiveId" clId="{63216A69-3893-4781-A74C-DC283BBD64B1}" dt="2026-07-16T04:10:46.446" v="764" actId="1076"/>
          <ac:spMkLst>
            <pc:docMk/>
            <pc:sldMk cId="0" sldId="256"/>
            <ac:spMk id="3" creationId="{00000000-0000-0000-0000-000000000000}"/>
          </ac:spMkLst>
        </pc:spChg>
        <pc:spChg chg="mod">
          <ac:chgData name="yasodhakrishna0915@gmail.com" userId="2ed6893a14806e94" providerId="LiveId" clId="{63216A69-3893-4781-A74C-DC283BBD64B1}" dt="2026-07-16T04:11:42.983" v="798" actId="1076"/>
          <ac:spMkLst>
            <pc:docMk/>
            <pc:sldMk cId="0" sldId="256"/>
            <ac:spMk id="4" creationId="{F863E993-DEE3-4481-B822-EA4B1C996A8E}"/>
          </ac:spMkLst>
        </pc:spChg>
        <pc:picChg chg="del">
          <ac:chgData name="yasodhakrishna0915@gmail.com" userId="2ed6893a14806e94" providerId="LiveId" clId="{63216A69-3893-4781-A74C-DC283BBD64B1}" dt="2026-07-16T04:30:51.604" v="831" actId="478"/>
          <ac:picMkLst>
            <pc:docMk/>
            <pc:sldMk cId="0" sldId="256"/>
            <ac:picMk id="5" creationId="{00000000-0000-0000-0000-000000000000}"/>
          </ac:picMkLst>
        </pc:picChg>
        <pc:picChg chg="del">
          <ac:chgData name="yasodhakrishna0915@gmail.com" userId="2ed6893a14806e94" providerId="LiveId" clId="{63216A69-3893-4781-A74C-DC283BBD64B1}" dt="2026-07-16T04:30:53.588" v="832" actId="478"/>
          <ac:picMkLst>
            <pc:docMk/>
            <pc:sldMk cId="0" sldId="256"/>
            <ac:picMk id="6" creationId="{00000000-0000-0000-0000-000000000000}"/>
          </ac:picMkLst>
        </pc:picChg>
      </pc:sldChg>
      <pc:sldChg chg="delSp modSp mod">
        <pc:chgData name="yasodhakrishna0915@gmail.com" userId="2ed6893a14806e94" providerId="LiveId" clId="{63216A69-3893-4781-A74C-DC283BBD64B1}" dt="2026-07-16T04:30:45.678" v="830" actId="478"/>
        <pc:sldMkLst>
          <pc:docMk/>
          <pc:sldMk cId="0" sldId="257"/>
        </pc:sldMkLst>
        <pc:spChg chg="mod">
          <ac:chgData name="yasodhakrishna0915@gmail.com" userId="2ed6893a14806e94" providerId="LiveId" clId="{63216A69-3893-4781-A74C-DC283BBD64B1}" dt="2026-07-16T04:03:37.484" v="710" actId="20577"/>
          <ac:spMkLst>
            <pc:docMk/>
            <pc:sldMk cId="0" sldId="257"/>
            <ac:spMk id="7" creationId="{3F5620E0-EBA5-456E-851F-19C81EF4A016}"/>
          </ac:spMkLst>
        </pc:spChg>
        <pc:picChg chg="del">
          <ac:chgData name="yasodhakrishna0915@gmail.com" userId="2ed6893a14806e94" providerId="LiveId" clId="{63216A69-3893-4781-A74C-DC283BBD64B1}" dt="2026-07-16T04:30:43.254" v="829" actId="478"/>
          <ac:picMkLst>
            <pc:docMk/>
            <pc:sldMk cId="0" sldId="257"/>
            <ac:picMk id="4" creationId="{00000000-0000-0000-0000-000000000000}"/>
          </ac:picMkLst>
        </pc:picChg>
        <pc:picChg chg="del">
          <ac:chgData name="yasodhakrishna0915@gmail.com" userId="2ed6893a14806e94" providerId="LiveId" clId="{63216A69-3893-4781-A74C-DC283BBD64B1}" dt="2026-07-16T04:30:45.678" v="830" actId="478"/>
          <ac:picMkLst>
            <pc:docMk/>
            <pc:sldMk cId="0" sldId="257"/>
            <ac:picMk id="5" creationId="{00000000-0000-0000-0000-000000000000}"/>
          </ac:picMkLst>
        </pc:picChg>
      </pc:sldChg>
      <pc:sldChg chg="addSp delSp modSp mod">
        <pc:chgData name="yasodhakrishna0915@gmail.com" userId="2ed6893a14806e94" providerId="LiveId" clId="{63216A69-3893-4781-A74C-DC283BBD64B1}" dt="2026-07-16T04:31:12.786" v="838" actId="478"/>
        <pc:sldMkLst>
          <pc:docMk/>
          <pc:sldMk cId="0" sldId="258"/>
        </pc:sldMkLst>
        <pc:spChg chg="mod">
          <ac:chgData name="yasodhakrishna0915@gmail.com" userId="2ed6893a14806e94" providerId="LiveId" clId="{63216A69-3893-4781-A74C-DC283BBD64B1}" dt="2026-07-16T04:08:43.631" v="743" actId="1076"/>
          <ac:spMkLst>
            <pc:docMk/>
            <pc:sldMk cId="0" sldId="258"/>
            <ac:spMk id="2" creationId="{00000000-0000-0000-0000-000000000000}"/>
          </ac:spMkLst>
        </pc:spChg>
        <pc:spChg chg="del mod">
          <ac:chgData name="yasodhakrishna0915@gmail.com" userId="2ed6893a14806e94" providerId="LiveId" clId="{63216A69-3893-4781-A74C-DC283BBD64B1}" dt="2026-07-16T04:07:59.927" v="739" actId="3680"/>
          <ac:spMkLst>
            <pc:docMk/>
            <pc:sldMk cId="0" sldId="258"/>
            <ac:spMk id="3" creationId="{00000000-0000-0000-0000-000000000000}"/>
          </ac:spMkLst>
        </pc:spChg>
        <pc:spChg chg="add mod">
          <ac:chgData name="yasodhakrishna0915@gmail.com" userId="2ed6893a14806e94" providerId="LiveId" clId="{63216A69-3893-4781-A74C-DC283BBD64B1}" dt="2026-07-16T04:13:11.266" v="809" actId="255"/>
          <ac:spMkLst>
            <pc:docMk/>
            <pc:sldMk cId="0" sldId="258"/>
            <ac:spMk id="8" creationId="{60785AC7-9FBB-DA0C-4AC0-4783B9C7F4C0}"/>
          </ac:spMkLst>
        </pc:spChg>
        <pc:spChg chg="add mod">
          <ac:chgData name="yasodhakrishna0915@gmail.com" userId="2ed6893a14806e94" providerId="LiveId" clId="{63216A69-3893-4781-A74C-DC283BBD64B1}" dt="2026-07-16T04:15:08.069" v="827" actId="1076"/>
          <ac:spMkLst>
            <pc:docMk/>
            <pc:sldMk cId="0" sldId="258"/>
            <ac:spMk id="10" creationId="{EF41AE8D-C61A-CFE1-D79B-C8EDCC07E047}"/>
          </ac:spMkLst>
        </pc:spChg>
        <pc:spChg chg="add mod">
          <ac:chgData name="yasodhakrishna0915@gmail.com" userId="2ed6893a14806e94" providerId="LiveId" clId="{63216A69-3893-4781-A74C-DC283BBD64B1}" dt="2026-07-16T04:15:13.535" v="828" actId="1076"/>
          <ac:spMkLst>
            <pc:docMk/>
            <pc:sldMk cId="0" sldId="258"/>
            <ac:spMk id="11" creationId="{8397B369-8620-91F0-A124-DA47D8F6B214}"/>
          </ac:spMkLst>
        </pc:spChg>
        <pc:graphicFrameChg chg="add mod ord modGraphic">
          <ac:chgData name="yasodhakrishna0915@gmail.com" userId="2ed6893a14806e94" providerId="LiveId" clId="{63216A69-3893-4781-A74C-DC283BBD64B1}" dt="2026-07-16T04:08:37.942" v="742" actId="1076"/>
          <ac:graphicFrameMkLst>
            <pc:docMk/>
            <pc:sldMk cId="0" sldId="258"/>
            <ac:graphicFrameMk id="6" creationId="{3CD98801-3C87-C2C7-62CF-FA35FF625C61}"/>
          </ac:graphicFrameMkLst>
        </pc:graphicFrameChg>
        <pc:picChg chg="del">
          <ac:chgData name="yasodhakrishna0915@gmail.com" userId="2ed6893a14806e94" providerId="LiveId" clId="{63216A69-3893-4781-A74C-DC283BBD64B1}" dt="2026-07-16T04:31:10.464" v="837" actId="478"/>
          <ac:picMkLst>
            <pc:docMk/>
            <pc:sldMk cId="0" sldId="258"/>
            <ac:picMk id="4" creationId="{00000000-0000-0000-0000-000000000000}"/>
          </ac:picMkLst>
        </pc:picChg>
        <pc:picChg chg="del">
          <ac:chgData name="yasodhakrishna0915@gmail.com" userId="2ed6893a14806e94" providerId="LiveId" clId="{63216A69-3893-4781-A74C-DC283BBD64B1}" dt="2026-07-16T04:31:12.786" v="838" actId="478"/>
          <ac:picMkLst>
            <pc:docMk/>
            <pc:sldMk cId="0" sldId="258"/>
            <ac:picMk id="5" creationId="{00000000-0000-0000-0000-000000000000}"/>
          </ac:picMkLst>
        </pc:picChg>
      </pc:sldChg>
      <pc:sldChg chg="del">
        <pc:chgData name="yasodhakrishna0915@gmail.com" userId="2ed6893a14806e94" providerId="LiveId" clId="{63216A69-3893-4781-A74C-DC283BBD64B1}" dt="2026-07-16T04:10:27.353" v="760" actId="47"/>
        <pc:sldMkLst>
          <pc:docMk/>
          <pc:sldMk cId="0" sldId="267"/>
        </pc:sldMkLst>
      </pc:sldChg>
      <pc:sldChg chg="delSp modSp mod">
        <pc:chgData name="yasodhakrishna0915@gmail.com" userId="2ed6893a14806e94" providerId="LiveId" clId="{63216A69-3893-4781-A74C-DC283BBD64B1}" dt="2026-07-16T04:31:18.430" v="840" actId="478"/>
        <pc:sldMkLst>
          <pc:docMk/>
          <pc:sldMk cId="1443272228" sldId="269"/>
        </pc:sldMkLst>
        <pc:spChg chg="mod">
          <ac:chgData name="yasodhakrishna0915@gmail.com" userId="2ed6893a14806e94" providerId="LiveId" clId="{63216A69-3893-4781-A74C-DC283BBD64B1}" dt="2026-07-16T04:09:19.262" v="747" actId="113"/>
          <ac:spMkLst>
            <pc:docMk/>
            <pc:sldMk cId="1443272228" sldId="269"/>
            <ac:spMk id="2" creationId="{00000000-0000-0000-0000-000000000000}"/>
          </ac:spMkLst>
        </pc:spChg>
        <pc:spChg chg="mod">
          <ac:chgData name="yasodhakrishna0915@gmail.com" userId="2ed6893a14806e94" providerId="LiveId" clId="{63216A69-3893-4781-A74C-DC283BBD64B1}" dt="2026-07-16T04:10:18.465" v="754" actId="1076"/>
          <ac:spMkLst>
            <pc:docMk/>
            <pc:sldMk cId="1443272228" sldId="269"/>
            <ac:spMk id="7" creationId="{AF2B067E-D7A2-8CFC-254C-B5E03BB2774A}"/>
          </ac:spMkLst>
        </pc:spChg>
        <pc:picChg chg="del">
          <ac:chgData name="yasodhakrishna0915@gmail.com" userId="2ed6893a14806e94" providerId="LiveId" clId="{63216A69-3893-4781-A74C-DC283BBD64B1}" dt="2026-07-16T04:31:18.430" v="840" actId="478"/>
          <ac:picMkLst>
            <pc:docMk/>
            <pc:sldMk cId="1443272228" sldId="269"/>
            <ac:picMk id="4" creationId="{00000000-0000-0000-0000-000000000000}"/>
          </ac:picMkLst>
        </pc:picChg>
        <pc:picChg chg="del">
          <ac:chgData name="yasodhakrishna0915@gmail.com" userId="2ed6893a14806e94" providerId="LiveId" clId="{63216A69-3893-4781-A74C-DC283BBD64B1}" dt="2026-07-16T04:31:16.097" v="839" actId="478"/>
          <ac:picMkLst>
            <pc:docMk/>
            <pc:sldMk cId="1443272228" sldId="269"/>
            <ac:picMk id="5" creationId="{00000000-0000-0000-0000-000000000000}"/>
          </ac:picMkLst>
        </pc:picChg>
      </pc:sldChg>
      <pc:sldChg chg="del">
        <pc:chgData name="yasodhakrishna0915@gmail.com" userId="2ed6893a14806e94" providerId="LiveId" clId="{63216A69-3893-4781-A74C-DC283BBD64B1}" dt="2026-07-16T04:10:22.951" v="755" actId="47"/>
        <pc:sldMkLst>
          <pc:docMk/>
          <pc:sldMk cId="2487874560" sldId="271"/>
        </pc:sldMkLst>
      </pc:sldChg>
      <pc:sldChg chg="del">
        <pc:chgData name="yasodhakrishna0915@gmail.com" userId="2ed6893a14806e94" providerId="LiveId" clId="{63216A69-3893-4781-A74C-DC283BBD64B1}" dt="2026-07-16T04:10:25.900" v="758" actId="47"/>
        <pc:sldMkLst>
          <pc:docMk/>
          <pc:sldMk cId="2334248633" sldId="273"/>
        </pc:sldMkLst>
      </pc:sldChg>
      <pc:sldChg chg="del">
        <pc:chgData name="yasodhakrishna0915@gmail.com" userId="2ed6893a14806e94" providerId="LiveId" clId="{63216A69-3893-4781-A74C-DC283BBD64B1}" dt="2026-07-16T04:10:24.652" v="756" actId="47"/>
        <pc:sldMkLst>
          <pc:docMk/>
          <pc:sldMk cId="1159499938" sldId="274"/>
        </pc:sldMkLst>
      </pc:sldChg>
      <pc:sldChg chg="del">
        <pc:chgData name="yasodhakrishna0915@gmail.com" userId="2ed6893a14806e94" providerId="LiveId" clId="{63216A69-3893-4781-A74C-DC283BBD64B1}" dt="2026-07-16T04:10:25.301" v="757" actId="47"/>
        <pc:sldMkLst>
          <pc:docMk/>
          <pc:sldMk cId="939947389" sldId="275"/>
        </pc:sldMkLst>
      </pc:sldChg>
      <pc:sldChg chg="del">
        <pc:chgData name="yasodhakrishna0915@gmail.com" userId="2ed6893a14806e94" providerId="LiveId" clId="{63216A69-3893-4781-A74C-DC283BBD64B1}" dt="2026-07-16T04:10:26.648" v="759" actId="47"/>
        <pc:sldMkLst>
          <pc:docMk/>
          <pc:sldMk cId="3993035261" sldId="276"/>
        </pc:sldMkLst>
      </pc:sldChg>
      <pc:sldChg chg="delSp modSp mod">
        <pc:chgData name="yasodhakrishna0915@gmail.com" userId="2ed6893a14806e94" providerId="LiveId" clId="{63216A69-3893-4781-A74C-DC283BBD64B1}" dt="2026-07-16T04:30:59.365" v="834" actId="478"/>
        <pc:sldMkLst>
          <pc:docMk/>
          <pc:sldMk cId="2019955466" sldId="277"/>
        </pc:sldMkLst>
        <pc:spChg chg="mod">
          <ac:chgData name="yasodhakrishna0915@gmail.com" userId="2ed6893a14806e94" providerId="LiveId" clId="{63216A69-3893-4781-A74C-DC283BBD64B1}" dt="2026-07-16T04:04:43.660" v="721" actId="1076"/>
          <ac:spMkLst>
            <pc:docMk/>
            <pc:sldMk cId="2019955466" sldId="277"/>
            <ac:spMk id="2" creationId="{3283121E-3298-E7F0-14D8-E05B490CB547}"/>
          </ac:spMkLst>
        </pc:spChg>
        <pc:spChg chg="mod">
          <ac:chgData name="yasodhakrishna0915@gmail.com" userId="2ed6893a14806e94" providerId="LiveId" clId="{63216A69-3893-4781-A74C-DC283BBD64B1}" dt="2026-07-16T04:04:11.872" v="715" actId="2711"/>
          <ac:spMkLst>
            <pc:docMk/>
            <pc:sldMk cId="2019955466" sldId="277"/>
            <ac:spMk id="3" creationId="{800DCE3A-CDD2-CA53-63B2-41C46E514ABF}"/>
          </ac:spMkLst>
        </pc:spChg>
        <pc:picChg chg="del">
          <ac:chgData name="yasodhakrishna0915@gmail.com" userId="2ed6893a14806e94" providerId="LiveId" clId="{63216A69-3893-4781-A74C-DC283BBD64B1}" dt="2026-07-16T04:30:57.325" v="833" actId="478"/>
          <ac:picMkLst>
            <pc:docMk/>
            <pc:sldMk cId="2019955466" sldId="277"/>
            <ac:picMk id="4" creationId="{DAB8B95C-0BAF-085E-432F-4BCB66BC856A}"/>
          </ac:picMkLst>
        </pc:picChg>
        <pc:picChg chg="del">
          <ac:chgData name="yasodhakrishna0915@gmail.com" userId="2ed6893a14806e94" providerId="LiveId" clId="{63216A69-3893-4781-A74C-DC283BBD64B1}" dt="2026-07-16T04:30:59.365" v="834" actId="478"/>
          <ac:picMkLst>
            <pc:docMk/>
            <pc:sldMk cId="2019955466" sldId="277"/>
            <ac:picMk id="5" creationId="{18109BBD-51DA-C4FB-F32D-F9BB2758E027}"/>
          </ac:picMkLst>
        </pc:picChg>
      </pc:sldChg>
      <pc:sldChg chg="delSp modSp mod">
        <pc:chgData name="yasodhakrishna0915@gmail.com" userId="2ed6893a14806e94" providerId="LiveId" clId="{63216A69-3893-4781-A74C-DC283BBD64B1}" dt="2026-07-16T04:31:07.400" v="836" actId="478"/>
        <pc:sldMkLst>
          <pc:docMk/>
          <pc:sldMk cId="4077457972" sldId="278"/>
        </pc:sldMkLst>
        <pc:spChg chg="mod">
          <ac:chgData name="yasodhakrishna0915@gmail.com" userId="2ed6893a14806e94" providerId="LiveId" clId="{63216A69-3893-4781-A74C-DC283BBD64B1}" dt="2026-07-16T04:05:16.258" v="725" actId="113"/>
          <ac:spMkLst>
            <pc:docMk/>
            <pc:sldMk cId="4077457972" sldId="278"/>
            <ac:spMk id="2" creationId="{0419D912-71A5-ABE3-5C59-BFB04576AF1C}"/>
          </ac:spMkLst>
        </pc:spChg>
        <pc:spChg chg="mod">
          <ac:chgData name="yasodhakrishna0915@gmail.com" userId="2ed6893a14806e94" providerId="LiveId" clId="{63216A69-3893-4781-A74C-DC283BBD64B1}" dt="2026-07-16T04:06:24.464" v="731" actId="14100"/>
          <ac:spMkLst>
            <pc:docMk/>
            <pc:sldMk cId="4077457972" sldId="278"/>
            <ac:spMk id="3" creationId="{269CFECD-FF34-1AF5-7843-FF711D009DE2}"/>
          </ac:spMkLst>
        </pc:spChg>
        <pc:picChg chg="del">
          <ac:chgData name="yasodhakrishna0915@gmail.com" userId="2ed6893a14806e94" providerId="LiveId" clId="{63216A69-3893-4781-A74C-DC283BBD64B1}" dt="2026-07-16T04:31:05.037" v="835" actId="478"/>
          <ac:picMkLst>
            <pc:docMk/>
            <pc:sldMk cId="4077457972" sldId="278"/>
            <ac:picMk id="4" creationId="{0B15F141-66BC-6131-6F1C-FE8B9A825A86}"/>
          </ac:picMkLst>
        </pc:picChg>
        <pc:picChg chg="del">
          <ac:chgData name="yasodhakrishna0915@gmail.com" userId="2ed6893a14806e94" providerId="LiveId" clId="{63216A69-3893-4781-A74C-DC283BBD64B1}" dt="2026-07-16T04:31:07.400" v="836" actId="478"/>
          <ac:picMkLst>
            <pc:docMk/>
            <pc:sldMk cId="4077457972" sldId="278"/>
            <ac:picMk id="5" creationId="{6A0057FB-DC71-372C-2CCD-AB4977726485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24910" y="1560365"/>
            <a:ext cx="10363200" cy="1470025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Analog vs Digital Images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4529245"/>
            <a:ext cx="8534400" cy="2668231"/>
          </a:xfrm>
        </p:spPr>
        <p:txBody>
          <a:bodyPr>
            <a:normAutofit/>
          </a:bodyPr>
          <a:lstStyle/>
          <a:p>
            <a:r>
              <a:rPr sz="28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 </a:t>
            </a:r>
            <a:br>
              <a:rPr lang="en-US" sz="28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M. Yasodha Krishna</a:t>
            </a:r>
            <a:r>
              <a:rPr lang="en-IN" sz="28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en-I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192472100</a:t>
            </a:r>
          </a:p>
          <a:p>
            <a:endParaRPr lang="en-IN" b="1" dirty="0">
              <a:solidFill>
                <a:srgbClr val="FF0000"/>
              </a:solidFill>
            </a:endParaRPr>
          </a:p>
          <a:p>
            <a:endParaRPr lang="en-IN" b="1" dirty="0">
              <a:solidFill>
                <a:srgbClr val="FF0000"/>
              </a:solidFill>
            </a:endParaRPr>
          </a:p>
          <a:p>
            <a:endParaRPr lang="en-IN" b="1" dirty="0">
              <a:solidFill>
                <a:srgbClr val="FF0000"/>
              </a:solidFill>
            </a:endParaRPr>
          </a:p>
          <a:p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63E993-DEE3-4481-B822-EA4B1C996A8E}"/>
              </a:ext>
            </a:extLst>
          </p:cNvPr>
          <p:cNvSpPr txBox="1"/>
          <p:nvPr/>
        </p:nvSpPr>
        <p:spPr>
          <a:xfrm>
            <a:off x="0" y="3429000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ITA0502</a:t>
            </a:r>
            <a:r>
              <a:rPr lang="en-US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Computer Vision</a:t>
            </a:r>
            <a:r>
              <a:rPr lang="en-US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sz="28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ntroduction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3F5620E0-EBA5-456E-851F-19C81EF4A01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09600" y="2162935"/>
            <a:ext cx="10120208" cy="35640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Image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image is a visual representation of an object or scene.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Images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Analog Image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Continuous representation of visual information. 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 Image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Image represented using pixels and numerical values. 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Analog: Film photographs, X-ray films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Digital: Mobile photos, computer images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3121E-3298-E7F0-14D8-E05B490CB5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6950" y="660531"/>
            <a:ext cx="10972800" cy="1143000"/>
          </a:xfrm>
        </p:spPr>
        <p:txBody>
          <a:bodyPr>
            <a:normAutofit fontScale="90000"/>
          </a:bodyPr>
          <a:lstStyle/>
          <a:p>
            <a:r>
              <a:rPr lang="en-IN" sz="4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Analog Images</a:t>
            </a:r>
            <a:br>
              <a:rPr lang="en-US" alt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0DCE3A-CDD2-CA53-63B2-41C46E514A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2209" y="1665085"/>
            <a:ext cx="9432022" cy="5059337"/>
          </a:xfrm>
        </p:spPr>
        <p:txBody>
          <a:bodyPr>
            <a:noAutofit/>
          </a:bodyPr>
          <a:lstStyle/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Characteristics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 signal representation 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pixels 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Captured on film or paper </a:t>
            </a:r>
          </a:p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Natural appearance 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 details </a:t>
            </a:r>
          </a:p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 to store and edit 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Quality degrades over time 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Cannot be processed directly by computers </a:t>
            </a:r>
          </a:p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Film camera photographs 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X-ray films</a:t>
            </a:r>
          </a:p>
        </p:txBody>
      </p:sp>
    </p:spTree>
    <p:extLst>
      <p:ext uri="{BB962C8B-B14F-4D97-AF65-F5344CB8AC3E}">
        <p14:creationId xmlns:p14="http://schemas.microsoft.com/office/powerpoint/2010/main" val="20199554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19D912-71A5-ABE3-5C59-BFB04576AF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 Images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9CFECD-FF34-1AF5-7843-FF711D009D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8319" y="1640593"/>
            <a:ext cx="8878349" cy="5025781"/>
          </a:xfrm>
        </p:spPr>
        <p:txBody>
          <a:bodyPr>
            <a:noAutofit/>
          </a:bodyPr>
          <a:lstStyle/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Characteristics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Composed of pixels 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Stored as numerical values 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Easily processed by computers </a:t>
            </a:r>
          </a:p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storage and transmission 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editing and enhancement 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Suitable for Computer Vision applications </a:t>
            </a:r>
          </a:p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Requires storage space 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Very low resolution may reduce quality </a:t>
            </a:r>
          </a:p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Smartphone photos 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Satellite images 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Medical scans</a:t>
            </a:r>
          </a:p>
        </p:txBody>
      </p:sp>
    </p:spTree>
    <p:extLst>
      <p:ext uri="{BB962C8B-B14F-4D97-AF65-F5344CB8AC3E}">
        <p14:creationId xmlns:p14="http://schemas.microsoft.com/office/powerpoint/2010/main" val="40774579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97700"/>
            <a:ext cx="10972800" cy="1143000"/>
          </a:xfrm>
        </p:spPr>
        <p:txBody>
          <a:bodyPr>
            <a:norm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Comparison of Analog and Digital Images</a:t>
            </a:r>
            <a:endParaRPr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3CD98801-3C87-C2C7-62CF-FA35FF625C6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33838936"/>
              </p:ext>
            </p:extLst>
          </p:nvPr>
        </p:nvGraphicFramePr>
        <p:xfrm>
          <a:off x="609603" y="1709257"/>
          <a:ext cx="10972797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599">
                  <a:extLst>
                    <a:ext uri="{9D8B030D-6E8A-4147-A177-3AD203B41FA5}">
                      <a16:colId xmlns:a16="http://schemas.microsoft.com/office/drawing/2014/main" val="4170831272"/>
                    </a:ext>
                  </a:extLst>
                </a:gridCol>
                <a:gridCol w="3657599">
                  <a:extLst>
                    <a:ext uri="{9D8B030D-6E8A-4147-A177-3AD203B41FA5}">
                      <a16:colId xmlns:a16="http://schemas.microsoft.com/office/drawing/2014/main" val="1014149060"/>
                    </a:ext>
                  </a:extLst>
                </a:gridCol>
                <a:gridCol w="3657599">
                  <a:extLst>
                    <a:ext uri="{9D8B030D-6E8A-4147-A177-3AD203B41FA5}">
                      <a16:colId xmlns:a16="http://schemas.microsoft.com/office/drawing/2014/main" val="24729696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Analog Image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Digital Image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900277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Representation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Continuous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Pixels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105559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Storage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Film/Paper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Computer Memory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526407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Editing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Difficult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Easy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270363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Processing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Manual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Computer-Based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80423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Quality Loss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37583212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60785AC7-9FBB-DA0C-4AC0-4783B9C7F4C0}"/>
              </a:ext>
            </a:extLst>
          </p:cNvPr>
          <p:cNvSpPr txBox="1"/>
          <p:nvPr/>
        </p:nvSpPr>
        <p:spPr>
          <a:xfrm>
            <a:off x="609603" y="4102854"/>
            <a:ext cx="609460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Diagram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F41AE8D-C61A-CFE1-D79B-C8EDCC07E047}"/>
              </a:ext>
            </a:extLst>
          </p:cNvPr>
          <p:cNvSpPr txBox="1"/>
          <p:nvPr/>
        </p:nvSpPr>
        <p:spPr>
          <a:xfrm>
            <a:off x="1554083" y="4733076"/>
            <a:ext cx="609460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Analog Image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 Signal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~~~~~~~~~~~~~~~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397B369-8620-91F0-A124-DA47D8F6B214}"/>
              </a:ext>
            </a:extLst>
          </p:cNvPr>
          <p:cNvSpPr txBox="1"/>
          <p:nvPr/>
        </p:nvSpPr>
        <p:spPr>
          <a:xfrm>
            <a:off x="5341713" y="4733076"/>
            <a:ext cx="163585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 Image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□ □ □ □ □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□ □ □ □ □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□ □ □ □ □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(Pixels)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and Conclusion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261174" y="1810581"/>
            <a:ext cx="9253057" cy="4455995"/>
          </a:xfrm>
        </p:spPr>
        <p:txBody>
          <a:bodyPr>
            <a:noAutofit/>
          </a:bodyPr>
          <a:lstStyle/>
          <a:p>
            <a:pPr marL="0" indent="269875">
              <a:lnSpc>
                <a:spcPct val="120000"/>
              </a:lnSpc>
              <a:spcBef>
                <a:spcPts val="600"/>
              </a:spcBef>
              <a:buNone/>
            </a:pP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269875">
              <a:lnSpc>
                <a:spcPct val="120000"/>
              </a:lnSpc>
              <a:spcBef>
                <a:spcPts val="600"/>
              </a:spcBef>
              <a:buNone/>
            </a:pP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269875">
              <a:lnSpc>
                <a:spcPct val="120000"/>
              </a:lnSpc>
              <a:spcBef>
                <a:spcPts val="600"/>
              </a:spcBef>
              <a:buNone/>
            </a:pP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2B067E-D7A2-8CFC-254C-B5E03BB2774A}"/>
              </a:ext>
            </a:extLst>
          </p:cNvPr>
          <p:cNvSpPr txBox="1"/>
          <p:nvPr/>
        </p:nvSpPr>
        <p:spPr>
          <a:xfrm>
            <a:off x="1409321" y="1810581"/>
            <a:ext cx="9253057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of Digital Images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Face Recognition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Medical Imaging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Autonomous Vehicles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Surveillance Systems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Agriculture Monitoring 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Analog images provide continuous visual information.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 images use pixels and numerical values.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 images are easier to store, process, and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Vision mainly works with digital images.</a:t>
            </a:r>
          </a:p>
        </p:txBody>
      </p:sp>
    </p:spTree>
    <p:extLst>
      <p:ext uri="{BB962C8B-B14F-4D97-AF65-F5344CB8AC3E}">
        <p14:creationId xmlns:p14="http://schemas.microsoft.com/office/powerpoint/2010/main" val="14432722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423949"/>
            <a:ext cx="10972800" cy="1143000"/>
          </a:xfrm>
        </p:spPr>
        <p:txBody>
          <a:bodyPr/>
          <a:lstStyle/>
          <a:p>
            <a:r>
              <a:rPr dirty="0"/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302</TotalTime>
  <Words>274</Words>
  <Application>Microsoft Office PowerPoint</Application>
  <PresentationFormat>Widescreen</PresentationFormat>
  <Paragraphs>87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Times New Roman</vt:lpstr>
      <vt:lpstr>Office Theme</vt:lpstr>
      <vt:lpstr>Analog vs Digital Images</vt:lpstr>
      <vt:lpstr>Introduction</vt:lpstr>
      <vt:lpstr>Analog Images </vt:lpstr>
      <vt:lpstr>Digital Images</vt:lpstr>
      <vt:lpstr>Comparison of Analog and Digital Images</vt:lpstr>
      <vt:lpstr>Applications and Conclusion</vt:lpstr>
      <vt:lpstr>Thank You!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Capstone Project Title</dc:title>
  <dc:subject/>
  <dc:creator>sankar</dc:creator>
  <cp:keywords/>
  <dc:description>generated using python-pptx</dc:description>
  <cp:lastModifiedBy>yasodhakrishna0915@gmail.com</cp:lastModifiedBy>
  <cp:revision>39</cp:revision>
  <dcterms:created xsi:type="dcterms:W3CDTF">2013-01-27T09:14:16Z</dcterms:created>
  <dcterms:modified xsi:type="dcterms:W3CDTF">2026-07-16T04:31:19Z</dcterms:modified>
  <cp:category/>
</cp:coreProperties>
</file>